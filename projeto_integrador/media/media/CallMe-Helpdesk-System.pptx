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IBM Plex Sans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92348"/>
            <a:ext cx="6883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CallMe – Helpdesk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412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Made with Spring Boot and Angular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2593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to the CallMe presentation, a new system designed to streamline IT support for public organizations.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2572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3838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264825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56440" y="5240298"/>
            <a:ext cx="241613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Khawan Fellipe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4180"/>
            <a:ext cx="9021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Problem: Managing IT Support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719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departments often struggle with IT support requests. Current methods are inefficient.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970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📧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Email overload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392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📋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Spreadsheet chaos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814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Hard to track progress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484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leads to slow response times and frustration.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26719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Outdated methods cause significant delays and disorganization.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27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708" y="3084314"/>
            <a:ext cx="995684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CallMe: The Solution for Organized Support</a:t>
            </a:r>
            <a:endParaRPr lang="en-US" sz="3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8" y="4019431"/>
            <a:ext cx="505539" cy="5055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6017" y="4139446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Online requests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466017" y="4576643"/>
            <a:ext cx="1245667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submit requests easily.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8" y="5405795"/>
            <a:ext cx="505539" cy="5055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6017" y="5525810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Unique token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466017" y="5963007"/>
            <a:ext cx="1245667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request gets a tracking number.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08" y="6792158"/>
            <a:ext cx="505539" cy="5055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6017" y="6912173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Track status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466017" y="7349371"/>
            <a:ext cx="1245667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Managers monitor progress.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032272"/>
            <a:ext cx="5915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Features of CallMe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280190" y="20812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6" name="Text 2"/>
          <p:cNvSpPr/>
          <p:nvPr/>
        </p:nvSpPr>
        <p:spPr>
          <a:xfrm>
            <a:off x="7017306" y="215907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➕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New Request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26571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open a new ticket.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347364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9" name="Text 5"/>
          <p:cNvSpPr/>
          <p:nvPr/>
        </p:nvSpPr>
        <p:spPr>
          <a:xfrm>
            <a:off x="7017306" y="3551515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📊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Dashboard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0173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 with key numbers.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2" name="Text 8"/>
          <p:cNvSpPr/>
          <p:nvPr/>
        </p:nvSpPr>
        <p:spPr>
          <a:xfrm>
            <a:off x="7017306" y="4943951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👥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User Roles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017306" y="544199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Admin, Technician, User access.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280190" y="62585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5" name="Text 11"/>
          <p:cNvSpPr/>
          <p:nvPr/>
        </p:nvSpPr>
        <p:spPr>
          <a:xfrm>
            <a:off x="7017306" y="633638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💬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Easy Messaging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017306" y="683442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communication with technicians.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5027"/>
            <a:ext cx="99436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CallMe in Action: Login and Dashboard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80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login for all users, ensuring data privacy.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24180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dashboard provides an immediate overview of all requests and their statuses.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858220"/>
            <a:ext cx="6244709" cy="295108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858220"/>
            <a:ext cx="6244709" cy="2938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1685"/>
            <a:ext cx="84887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Creating and Managing Requests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05777"/>
            <a:ext cx="5834420" cy="27437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13" y="2405777"/>
            <a:ext cx="6652498" cy="30777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19791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form to create new support requests, capturing all details.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99521" y="619791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list of requests for easy filtering and management by technicians.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0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 Management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04505"/>
            <a:ext cx="8279130" cy="3869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653427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roles ensure proper access levels: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220403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 control.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3662601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Technician: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Handle requests.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4104799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Create and track requests.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4671774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Simplifies permission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72713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998" y="248364"/>
            <a:ext cx="3230404" cy="32304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5682" y="4274106"/>
            <a:ext cx="7823954" cy="621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Under the Hood: Technology Stack</a:t>
            </a:r>
            <a:endParaRPr lang="en-US" sz="3900" dirty="0"/>
          </a:p>
        </p:txBody>
      </p:sp>
      <p:sp>
        <p:nvSpPr>
          <p:cNvPr id="5" name="Shape 1"/>
          <p:cNvSpPr/>
          <p:nvPr/>
        </p:nvSpPr>
        <p:spPr>
          <a:xfrm>
            <a:off x="695682" y="5193387"/>
            <a:ext cx="6520101" cy="1145262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6" name="Text 2"/>
          <p:cNvSpPr/>
          <p:nvPr/>
        </p:nvSpPr>
        <p:spPr>
          <a:xfrm>
            <a:off x="894398" y="5392103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Java Spring Boot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894398" y="5821799"/>
            <a:ext cx="6122670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backend foundation.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7414498" y="5193387"/>
            <a:ext cx="6520220" cy="1145262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9" name="Text 5"/>
          <p:cNvSpPr/>
          <p:nvPr/>
        </p:nvSpPr>
        <p:spPr>
          <a:xfrm>
            <a:off x="7613213" y="5392103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Angular Frontend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7613213" y="5821799"/>
            <a:ext cx="612278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user interface.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95682" y="6537365"/>
            <a:ext cx="6520101" cy="1145262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12" name="Text 8"/>
          <p:cNvSpPr/>
          <p:nvPr/>
        </p:nvSpPr>
        <p:spPr>
          <a:xfrm>
            <a:off x="894398" y="6736080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JavaMail System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894398" y="7165777"/>
            <a:ext cx="6122670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email notifications.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414498" y="6537365"/>
            <a:ext cx="6520220" cy="1145262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15" name="Text 11"/>
          <p:cNvSpPr/>
          <p:nvPr/>
        </p:nvSpPr>
        <p:spPr>
          <a:xfrm>
            <a:off x="7613213" y="6736080"/>
            <a:ext cx="248471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PostgreSQL Database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7613213" y="7165777"/>
            <a:ext cx="612278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data storage.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Benefits of CallMe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More Control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oversight of all requests.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Better Organization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and clear process.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Easy to Use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for all users.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6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Faster Response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1546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Quicker resolution times.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attention!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you have 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2025-06-19T18:20:24Z</dcterms:created>
  <dcterms:modified xsi:type="dcterms:W3CDTF">2025-06-19T18:20:24Z</dcterms:modified>
</cp:coreProperties>
</file>